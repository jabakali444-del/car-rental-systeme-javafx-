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3D8B"/>
            </a:gs>
            <a:gs pos="100000">
              <a:srgbClr val="1E90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93987"/>
            <a:ext cx="9144000" cy="1470025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b="1" u="sng" dirty="0"/>
              <a:t>Rent a Car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164012"/>
            <a:ext cx="9144000" cy="2520252"/>
          </a:xfrm>
        </p:spPr>
        <p:txBody>
          <a:bodyPr>
            <a:normAutofit fontScale="85000" lnSpcReduction="20000"/>
          </a:bodyPr>
          <a:lstStyle/>
          <a:p>
            <a:pPr>
              <a:defRPr>
                <a:solidFill>
                  <a:srgbClr val="E6E6E6"/>
                </a:solidFill>
              </a:defRPr>
            </a:pPr>
            <a:r>
              <a:rPr lang="en-US" b="1" u="sng" dirty="0"/>
              <a:t>Presented By:</a:t>
            </a:r>
          </a:p>
          <a:p>
            <a:pPr>
              <a:defRPr>
                <a:solidFill>
                  <a:srgbClr val="E6E6E6"/>
                </a:solidFill>
              </a:defRPr>
            </a:pPr>
            <a:r>
              <a:rPr lang="en-US" b="1" dirty="0"/>
              <a:t>Joe El Youssef, Ali </a:t>
            </a:r>
            <a:r>
              <a:rPr lang="en-US" b="1" dirty="0" err="1"/>
              <a:t>Jabak</a:t>
            </a:r>
            <a:r>
              <a:rPr lang="en-US" b="1" dirty="0"/>
              <a:t> &amp; Ammar Khalil</a:t>
            </a:r>
          </a:p>
          <a:p>
            <a:pPr>
              <a:defRPr>
                <a:solidFill>
                  <a:srgbClr val="E6E6E6"/>
                </a:solidFill>
              </a:defRPr>
            </a:pPr>
            <a:r>
              <a:rPr lang="en-US" b="1" u="sng" dirty="0"/>
              <a:t>Instructor:</a:t>
            </a:r>
          </a:p>
          <a:p>
            <a:pPr>
              <a:defRPr>
                <a:solidFill>
                  <a:srgbClr val="E6E6E6"/>
                </a:solidFill>
              </a:defRPr>
            </a:pPr>
            <a:r>
              <a:rPr lang="en-US" b="1" dirty="0"/>
              <a:t>Dr. Pauline Abou Haidar</a:t>
            </a:r>
          </a:p>
          <a:p>
            <a:pPr>
              <a:defRPr>
                <a:solidFill>
                  <a:srgbClr val="E6E6E6"/>
                </a:solidFill>
              </a:defRPr>
            </a:pPr>
            <a:r>
              <a:rPr lang="en-US" b="1" u="sng" dirty="0"/>
              <a:t>Course:</a:t>
            </a:r>
          </a:p>
          <a:p>
            <a:pPr>
              <a:defRPr>
                <a:solidFill>
                  <a:srgbClr val="E6E6E6"/>
                </a:solidFill>
              </a:defRPr>
            </a:pPr>
            <a:r>
              <a:rPr lang="en-US" b="1" dirty="0"/>
              <a:t>Programming 3</a:t>
            </a:r>
            <a:endParaRPr b="1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E47FCAF9-84F9-C9DD-3A8E-61429BA1D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6" y="-12699"/>
            <a:ext cx="1472184" cy="1472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3D8B"/>
            </a:gs>
            <a:gs pos="100000">
              <a:srgbClr val="1E90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89304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b="1"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rPr b="1" dirty="0"/>
              <a:t>A JavaFX-based MIS for managing cars, rentals, accounts, and payments.</a:t>
            </a:r>
          </a:p>
          <a:p>
            <a:r>
              <a:rPr b="1" dirty="0">
                <a:solidFill>
                  <a:schemeClr val="bg1"/>
                </a:solidFill>
              </a:rPr>
              <a:t>Implements OOP concepts, database integration, and modern GUI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3D8B"/>
            </a:gs>
            <a:gs pos="100000">
              <a:srgbClr val="1E90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96112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b="1" u="sng" dirty="0"/>
              <a:t>System UML Diagram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5E8250F-C9BD-2969-3374-8D29C840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6112"/>
            <a:ext cx="9144000" cy="5961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3D8B"/>
            </a:gs>
            <a:gs pos="100000">
              <a:srgbClr val="1E90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b="1" u="sng" dirty="0"/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rPr lang="en-US" b="1" dirty="0"/>
              <a:t> </a:t>
            </a:r>
            <a:r>
              <a:rPr b="1" dirty="0"/>
              <a:t>User Login &amp; Signup</a:t>
            </a:r>
          </a:p>
          <a:p>
            <a:pPr>
              <a:defRPr>
                <a:solidFill>
                  <a:srgbClr val="F0F0F0"/>
                </a:solidFill>
              </a:defRPr>
            </a:pPr>
            <a:r>
              <a:rPr lang="en-US" b="1" dirty="0"/>
              <a:t> </a:t>
            </a:r>
            <a:r>
              <a:rPr b="1" dirty="0"/>
              <a:t>Admin Dashboard</a:t>
            </a:r>
          </a:p>
          <a:p>
            <a:pPr>
              <a:defRPr>
                <a:solidFill>
                  <a:srgbClr val="F0F0F0"/>
                </a:solidFill>
              </a:defRPr>
            </a:pPr>
            <a:r>
              <a:rPr lang="en-US" b="1" dirty="0"/>
              <a:t> </a:t>
            </a:r>
            <a:r>
              <a:rPr b="1" dirty="0"/>
              <a:t>Manage Cars / Accounts / Rentals / Payments</a:t>
            </a:r>
          </a:p>
          <a:p>
            <a:pPr>
              <a:defRPr>
                <a:solidFill>
                  <a:srgbClr val="F0F0F0"/>
                </a:solidFill>
              </a:defRPr>
            </a:pPr>
            <a:r>
              <a:rPr lang="en-US" b="1" dirty="0"/>
              <a:t> </a:t>
            </a:r>
            <a:r>
              <a:rPr b="1" dirty="0"/>
              <a:t>View Cars</a:t>
            </a:r>
            <a:endParaRPr lang="en-GB" b="1" dirty="0"/>
          </a:p>
          <a:p>
            <a:pPr>
              <a:defRPr>
                <a:solidFill>
                  <a:srgbClr val="F0F0F0"/>
                </a:solidFill>
              </a:defRPr>
            </a:pPr>
            <a:r>
              <a:rPr lang="en-GB" b="1" dirty="0"/>
              <a:t> Database CRUD Operations</a:t>
            </a:r>
          </a:p>
          <a:p>
            <a:pPr>
              <a:defRPr>
                <a:solidFill>
                  <a:srgbClr val="F0F0F0"/>
                </a:solidFill>
              </a:defRPr>
            </a:pPr>
            <a:r>
              <a:rPr lang="en-US" b="1" dirty="0"/>
              <a:t> </a:t>
            </a:r>
            <a:r>
              <a:rPr b="1" dirty="0"/>
              <a:t>File Handlin</a:t>
            </a:r>
            <a:r>
              <a:rPr lang="en-US" b="1" dirty="0"/>
              <a:t>g</a:t>
            </a:r>
            <a:endParaRPr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3D8B"/>
            </a:gs>
            <a:gs pos="100000">
              <a:srgbClr val="1E90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rPr b="1" dirty="0">
                <a:solidFill>
                  <a:schemeClr val="bg1"/>
                </a:solidFill>
              </a:rPr>
              <a:t>A complete MIS solution integrating JavaFX, MySQL, OOP, and GUI design.</a:t>
            </a:r>
          </a:p>
          <a:p>
            <a:r>
              <a:rPr b="1" dirty="0">
                <a:solidFill>
                  <a:schemeClr val="bg1"/>
                </a:solidFill>
              </a:rPr>
              <a:t>Provides a scalable and user‑friendly workflow for rental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3D8B"/>
            </a:gs>
            <a:gs pos="100000">
              <a:srgbClr val="1E90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7500"/>
            <a:ext cx="9144000" cy="114300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b="1" u="sng" dirty="0"/>
              <a:t>Thank You For Your Attention!</a:t>
            </a:r>
            <a:endParaRPr b="1" u="sng" dirty="0"/>
          </a:p>
        </p:txBody>
      </p:sp>
    </p:spTree>
    <p:extLst>
      <p:ext uri="{BB962C8B-B14F-4D97-AF65-F5344CB8AC3E}">
        <p14:creationId xmlns:p14="http://schemas.microsoft.com/office/powerpoint/2010/main" val="2403105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122</Words>
  <Application>Microsoft Office PowerPoint</Application>
  <PresentationFormat>On-screen Show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Rent a Car Management System</vt:lpstr>
      <vt:lpstr>Introduction</vt:lpstr>
      <vt:lpstr>System UML Diagram</vt:lpstr>
      <vt:lpstr>System Features</vt:lpstr>
      <vt:lpstr>Conclusion</vt:lpstr>
      <vt:lpstr>Thank You For Your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 El Youssef</cp:lastModifiedBy>
  <cp:revision>4</cp:revision>
  <dcterms:created xsi:type="dcterms:W3CDTF">2013-01-27T09:14:16Z</dcterms:created>
  <dcterms:modified xsi:type="dcterms:W3CDTF">2025-12-03T14:31:32Z</dcterms:modified>
  <cp:category/>
</cp:coreProperties>
</file>